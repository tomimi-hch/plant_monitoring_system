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61" r:id="rId5"/>
    <p:sldId id="258" r:id="rId6"/>
    <p:sldId id="262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6D0CDD2-000C-4D09-8570-F25A37315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DDE4E7-0BB9-4DBB-86B8-831B20C6B0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55C7CDF-7EF4-4AC1-8A3B-F00F768AC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684C0A-F69B-45BB-96B8-AF8DB97ED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31E394-2087-4C10-9456-C9E3DE9C2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0215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864740-6E83-47B6-BA70-B861A68EE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A87FB28-2588-45CF-9531-3B9D0DCB55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15E2248-FB83-43A7-993B-B509BF41E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69044BE-34EA-4306-BA4B-FC2E3A21D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46A6E3-B243-4F10-9812-7C426207FC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2120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445E50-D6C6-4646-92D9-EA22363B5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52123E-F78C-41ED-97C2-B2C1D9DD9C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6E68739-ED5F-43D0-89BB-A2878CB5F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A62BC-716C-4947-B984-26E7F2E71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BEE4F9A-DB28-47CE-98F7-FF386E4FE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9559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CB2934-2D5F-4AC1-9F76-0BF757EDD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1AAC02-4196-4098-A61D-6312EBB783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9E5E47-09FD-476D-AC5B-85FB0B04C4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F6272A3-BB46-4137-B9B5-8407FE49D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0E28A69-5DC9-41E1-B886-E74A49CC7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49EBF0E-6C66-46C1-8C23-4E328B9D6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1774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1086E4-FBA9-4E7E-9CFE-E679A7DD66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0452C41-0BA3-4DBB-A132-381AD743C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C42DF6A-67EF-4172-B22F-E262747DF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C4B93F-3DE2-40C0-9A4C-B1F37EF832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195139E-A63E-42DD-9B49-83CD9CBEE1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3C218C-847F-45AB-A17D-0EAED98F8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2A3A8CEA-A19F-4224-9932-EA4B8E958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B474F44-F970-4CA4-A934-31E480F7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7373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6E48C1-B0D9-44EB-956A-147B11962D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9603A51-A790-4354-945F-097BF012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346137-6FE1-4419-85DC-0079D9A86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8BEB956-48DE-4786-A2CA-041DC014B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7834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ADA67AF-B46A-431F-927B-67DA805AEB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2EC6608-08A6-4B7D-AC04-03C7D9E2D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45D442-AFFE-4E1F-BC41-02260BC30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7675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58D20-1C4D-47F6-867D-5E791ABF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C1E6085-9CB6-422A-AF2F-AEB300BBD9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C2E30C-0F69-4300-88C5-83972267DB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9D509B9-07A0-479A-BBDE-4039DA7A2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52DDBE-51D3-49C0-A38F-9062D0AB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00AB1D-F383-4BB2-BFF2-934EBCC8E9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41133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0BF48B-2AB3-4934-80A2-DA195B7F0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1668742C-1D6A-4421-8C11-885BB2BCD2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1B4523-2FB8-4086-9147-43850C6F7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4AB68C1-ADC0-4A15-A0B9-C551908F9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12A2B91-BF3B-48A0-B969-E515BFFAE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72C2EC-392F-4B6F-9EFB-4AD9CAAF5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4977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9B710-04B1-4489-B036-5B5AF929F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AB7187-C90C-42B8-9EF7-5245764C32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77A0E7E-47E1-4554-914D-AA7C99895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224C8F-87CC-4F85-A837-047E6AA2D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44A5A6D-1C37-4E96-8025-8A9262EC2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415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3CE7574-353B-4CE6-B3D4-4A33F79C03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055CFF8-1082-40BC-8B45-2EAB5799A1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AF14C08-B00C-4718-8B3E-545561704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2830B5E-B568-47BE-A4E7-B79282942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35C7C78-AD7D-4B82-BA02-910F69EEC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171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6E6733F-E8F8-4618-A7C6-710BF59C10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AB9085A-37E7-4FE8-9040-11D2B76E2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13EE353-21C4-44D8-8BD8-A24452D8DA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5B3395-AAE1-46DD-9A51-DD3AF3A351A5}" type="datetimeFigureOut">
              <a:rPr lang="zh-CN" altLang="en-US" smtClean="0"/>
              <a:t>2021/11/16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ADE7F4-FF67-4EE7-A332-CF5B8BFDF4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4B0939C-7C99-43C9-8F7D-0107E6C042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9B9DC6-844E-43F7-9615-150C8031D0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34418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组合 40">
            <a:extLst>
              <a:ext uri="{FF2B5EF4-FFF2-40B4-BE49-F238E27FC236}">
                <a16:creationId xmlns:a16="http://schemas.microsoft.com/office/drawing/2014/main" id="{7F4D921C-7B44-45D5-B894-8258695F096F}"/>
              </a:ext>
            </a:extLst>
          </p:cNvPr>
          <p:cNvGrpSpPr/>
          <p:nvPr/>
        </p:nvGrpSpPr>
        <p:grpSpPr>
          <a:xfrm>
            <a:off x="2352582" y="310718"/>
            <a:ext cx="6711519" cy="2441360"/>
            <a:chOff x="3488924" y="1953087"/>
            <a:chExt cx="6711519" cy="244136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81E467D-C99D-48EF-A340-B8898D0EFF2C}"/>
                </a:ext>
              </a:extLst>
            </p:cNvPr>
            <p:cNvSpPr/>
            <p:nvPr/>
          </p:nvSpPr>
          <p:spPr>
            <a:xfrm>
              <a:off x="4946342" y="2649244"/>
              <a:ext cx="2299316" cy="3617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osThreadNew</a:t>
              </a:r>
              <a:endPara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1F95DF99-9923-4E38-B4D8-7F1CB9D83478}"/>
                </a:ext>
              </a:extLst>
            </p:cNvPr>
            <p:cNvSpPr/>
            <p:nvPr/>
          </p:nvSpPr>
          <p:spPr>
            <a:xfrm>
              <a:off x="3756735" y="3665181"/>
              <a:ext cx="2299316" cy="3617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xTaskCreateStatic</a:t>
              </a:r>
              <a:endPara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03BC0493-4538-4863-A2A7-3AFA19EA298E}"/>
                </a:ext>
              </a:extLst>
            </p:cNvPr>
            <p:cNvSpPr/>
            <p:nvPr/>
          </p:nvSpPr>
          <p:spPr>
            <a:xfrm>
              <a:off x="6235086" y="3665181"/>
              <a:ext cx="2299316" cy="361765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xTaskCreate</a:t>
              </a:r>
              <a:endPara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D477FDBE-1D28-45DE-9F8F-3C11EBDD98CB}"/>
                </a:ext>
              </a:extLst>
            </p:cNvPr>
            <p:cNvCxnSpPr>
              <a:stCxn id="4" idx="2"/>
              <a:endCxn id="5" idx="0"/>
            </p:cNvCxnSpPr>
            <p:nvPr/>
          </p:nvCxnSpPr>
          <p:spPr>
            <a:xfrm rot="5400000">
              <a:off x="5174111" y="2743292"/>
              <a:ext cx="654172" cy="1189607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E2972086-7872-47AF-B9A7-F88BF03BF674}"/>
                </a:ext>
              </a:extLst>
            </p:cNvPr>
            <p:cNvCxnSpPr>
              <a:stCxn id="4" idx="2"/>
              <a:endCxn id="6" idx="0"/>
            </p:cNvCxnSpPr>
            <p:nvPr/>
          </p:nvCxnSpPr>
          <p:spPr>
            <a:xfrm rot="16200000" flipH="1">
              <a:off x="6413286" y="2693723"/>
              <a:ext cx="654172" cy="1288744"/>
            </a:xfrm>
            <a:prstGeom prst="bentConnector3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DB10BD19-75FF-4DF7-ABA2-F1FAFDC4011E}"/>
                </a:ext>
              </a:extLst>
            </p:cNvPr>
            <p:cNvCxnSpPr/>
            <p:nvPr/>
          </p:nvCxnSpPr>
          <p:spPr>
            <a:xfrm>
              <a:off x="3568824" y="3107184"/>
              <a:ext cx="5619565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连接符 35">
              <a:extLst>
                <a:ext uri="{FF2B5EF4-FFF2-40B4-BE49-F238E27FC236}">
                  <a16:creationId xmlns:a16="http://schemas.microsoft.com/office/drawing/2014/main" id="{6393756F-BA47-4FD3-A10F-C8707DF6437B}"/>
                </a:ext>
              </a:extLst>
            </p:cNvPr>
            <p:cNvCxnSpPr/>
            <p:nvPr/>
          </p:nvCxnSpPr>
          <p:spPr>
            <a:xfrm>
              <a:off x="3568824" y="4129595"/>
              <a:ext cx="5619565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2D518B99-CC75-4F94-ADE2-55666A114299}"/>
                </a:ext>
              </a:extLst>
            </p:cNvPr>
            <p:cNvSpPr txBox="1"/>
            <p:nvPr/>
          </p:nvSpPr>
          <p:spPr>
            <a:xfrm>
              <a:off x="8395316" y="2596194"/>
              <a:ext cx="168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CMSIS RTOS V2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BB3F53ED-DB25-44F9-BB11-61F11088D4D7}"/>
                </a:ext>
              </a:extLst>
            </p:cNvPr>
            <p:cNvSpPr txBox="1"/>
            <p:nvPr/>
          </p:nvSpPr>
          <p:spPr>
            <a:xfrm>
              <a:off x="8791851" y="3661397"/>
              <a:ext cx="1288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FreeRTOS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DD33FE9B-531E-43EF-99DF-4A3941BED1A4}"/>
                </a:ext>
              </a:extLst>
            </p:cNvPr>
            <p:cNvSpPr/>
            <p:nvPr/>
          </p:nvSpPr>
          <p:spPr>
            <a:xfrm>
              <a:off x="3488924" y="1953087"/>
              <a:ext cx="6711519" cy="2441360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8CC2098F-7D97-4C0F-8657-E333139A7EA6}"/>
                </a:ext>
              </a:extLst>
            </p:cNvPr>
            <p:cNvSpPr txBox="1"/>
            <p:nvPr/>
          </p:nvSpPr>
          <p:spPr>
            <a:xfrm>
              <a:off x="5862962" y="2024417"/>
              <a:ext cx="175481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创建线程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任务</a:t>
              </a:r>
            </a:p>
          </p:txBody>
        </p:sp>
      </p:grpSp>
      <p:graphicFrame>
        <p:nvGraphicFramePr>
          <p:cNvPr id="42" name="表格 42">
            <a:extLst>
              <a:ext uri="{FF2B5EF4-FFF2-40B4-BE49-F238E27FC236}">
                <a16:creationId xmlns:a16="http://schemas.microsoft.com/office/drawing/2014/main" id="{9393D9D6-9849-4409-B0BA-60E28E568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61360"/>
              </p:ext>
            </p:extLst>
          </p:nvPr>
        </p:nvGraphicFramePr>
        <p:xfrm>
          <a:off x="225519" y="2893736"/>
          <a:ext cx="5116101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755">
                  <a:extLst>
                    <a:ext uri="{9D8B030D-6E8A-4147-A177-3AD203B41FA5}">
                      <a16:colId xmlns:a16="http://schemas.microsoft.com/office/drawing/2014/main" val="2487115922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3512886753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739620721"/>
                    </a:ext>
                  </a:extLst>
                </a:gridCol>
                <a:gridCol w="1757586">
                  <a:extLst>
                    <a:ext uri="{9D8B030D-6E8A-4147-A177-3AD203B41FA5}">
                      <a16:colId xmlns:a16="http://schemas.microsoft.com/office/drawing/2014/main" val="2202681419"/>
                    </a:ext>
                  </a:extLst>
                </a:gridCol>
              </a:tblGrid>
              <a:tr h="370840">
                <a:tc gridSpan="4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参数对比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b="1" dirty="0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参数对比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FF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dirty="0">
                        <a:solidFill>
                          <a:srgbClr val="FFFF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4713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 err="1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osThreadNew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FFFF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xTaskCreateStatic</a:t>
                      </a:r>
                      <a:endParaRPr lang="zh-CN" altLang="en-US" sz="1400" dirty="0">
                        <a:solidFill>
                          <a:srgbClr val="FFFF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FFFF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xTaskCreate</a:t>
                      </a:r>
                      <a:endParaRPr lang="zh-CN" altLang="en-US" sz="1400" dirty="0">
                        <a:solidFill>
                          <a:srgbClr val="FFFF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46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func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pxTaskCode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pxTaskCode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72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argument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pcName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pcName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0821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attr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ulStackDepth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usStackDepth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2037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pvParameters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pvParameters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1625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uxPriority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uxPriority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41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puxStackBuffer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pxCreatedTask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48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pxTaskBuffer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65955"/>
                  </a:ext>
                </a:extLst>
              </a:tr>
            </a:tbl>
          </a:graphicData>
        </a:graphic>
      </p:graphicFrame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9CAD7CD4-35F0-49E4-B53F-4AB55D96A814}"/>
              </a:ext>
            </a:extLst>
          </p:cNvPr>
          <p:cNvCxnSpPr>
            <a:cxnSpLocks/>
          </p:cNvCxnSpPr>
          <p:nvPr/>
        </p:nvCxnSpPr>
        <p:spPr>
          <a:xfrm>
            <a:off x="225519" y="3277514"/>
            <a:ext cx="315501" cy="345488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3" name="表格 42">
            <a:extLst>
              <a:ext uri="{FF2B5EF4-FFF2-40B4-BE49-F238E27FC236}">
                <a16:creationId xmlns:a16="http://schemas.microsoft.com/office/drawing/2014/main" id="{458355FB-3B19-4136-B90B-D3D06BAA7B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5974911"/>
              </p:ext>
            </p:extLst>
          </p:nvPr>
        </p:nvGraphicFramePr>
        <p:xfrm>
          <a:off x="5678381" y="2178251"/>
          <a:ext cx="5200304" cy="436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417">
                  <a:extLst>
                    <a:ext uri="{9D8B030D-6E8A-4147-A177-3AD203B41FA5}">
                      <a16:colId xmlns:a16="http://schemas.microsoft.com/office/drawing/2014/main" val="2487115922"/>
                    </a:ext>
                  </a:extLst>
                </a:gridCol>
                <a:gridCol w="2060946">
                  <a:extLst>
                    <a:ext uri="{9D8B030D-6E8A-4147-A177-3AD203B41FA5}">
                      <a16:colId xmlns:a16="http://schemas.microsoft.com/office/drawing/2014/main" val="3512886753"/>
                    </a:ext>
                  </a:extLst>
                </a:gridCol>
                <a:gridCol w="2719941">
                  <a:extLst>
                    <a:ext uri="{9D8B030D-6E8A-4147-A177-3AD203B41FA5}">
                      <a16:colId xmlns:a16="http://schemas.microsoft.com/office/drawing/2014/main" val="2739620721"/>
                    </a:ext>
                  </a:extLst>
                </a:gridCol>
              </a:tblGrid>
              <a:tr h="364144"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线程</a:t>
                      </a:r>
                      <a:r>
                        <a:rPr lang="en-US" altLang="zh-CN" sz="1400" b="1" dirty="0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/</a:t>
                      </a:r>
                      <a:r>
                        <a:rPr lang="zh-CN" altLang="en-US" sz="1400" b="1" dirty="0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任务其他函数对比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471313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1400" b="1" dirty="0">
                        <a:solidFill>
                          <a:schemeClr val="tx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b="1" dirty="0">
                          <a:solidFill>
                            <a:schemeClr val="tx2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CMSIS</a:t>
                      </a:r>
                      <a:endParaRPr lang="zh-CN" altLang="en-US" sz="1400" b="1" dirty="0">
                        <a:solidFill>
                          <a:schemeClr val="tx2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dirty="0" err="1">
                          <a:solidFill>
                            <a:srgbClr val="FFFF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</a:rPr>
                        <a:t>FreeRTOS</a:t>
                      </a:r>
                      <a:endParaRPr lang="zh-CN" altLang="en-US" sz="1400" dirty="0">
                        <a:solidFill>
                          <a:srgbClr val="FFFF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546207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osThreadGetStackSpace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uxTaskGetStackHighWaterMark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9720905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2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osThreadSetPriority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vTaskPrioritySet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5082186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3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osThreadGetPriority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uxTaskPriorityGet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0203780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4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osThreadYield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taskYIELD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2162580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5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osThreadSuspend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vTaskSuspend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841862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osThreadResume</a:t>
                      </a:r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vTaskResume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0048737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osThreadExit</a:t>
                      </a:r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vTaskDelete</a:t>
                      </a:r>
                      <a:r>
                        <a:rPr lang="en-US" altLang="zh-CN" sz="1400" dirty="0"/>
                        <a:t> (NULL)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04065955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osThreadTerminate</a:t>
                      </a:r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vTaskDelete</a:t>
                      </a:r>
                      <a:r>
                        <a:rPr lang="en-US" altLang="zh-CN" sz="1400" dirty="0"/>
                        <a:t> (</a:t>
                      </a:r>
                      <a:r>
                        <a:rPr lang="en-US" altLang="zh-CN" sz="1400" dirty="0" err="1"/>
                        <a:t>hTask</a:t>
                      </a:r>
                      <a:r>
                        <a:rPr lang="en-US" altLang="zh-CN" sz="1400" dirty="0"/>
                        <a:t>)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6059653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osThreadGetCount</a:t>
                      </a:r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uxTaskGetNumberOfTasks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454560"/>
                  </a:ext>
                </a:extLst>
              </a:tr>
              <a:tr h="364144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osThreadEnumerate</a:t>
                      </a:r>
                      <a:endParaRPr lang="en-US" altLang="zh-CN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 err="1"/>
                        <a:t>xTaskResumeAll</a:t>
                      </a:r>
                      <a:endParaRPr lang="zh-CN" altLang="en-US" sz="14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28919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4431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组合 28">
            <a:extLst>
              <a:ext uri="{FF2B5EF4-FFF2-40B4-BE49-F238E27FC236}">
                <a16:creationId xmlns:a16="http://schemas.microsoft.com/office/drawing/2014/main" id="{7C5E4E92-215C-4777-BE18-D7CD10622F83}"/>
              </a:ext>
            </a:extLst>
          </p:cNvPr>
          <p:cNvGrpSpPr/>
          <p:nvPr/>
        </p:nvGrpSpPr>
        <p:grpSpPr>
          <a:xfrm>
            <a:off x="781235" y="2654423"/>
            <a:ext cx="9468043" cy="2263806"/>
            <a:chOff x="781235" y="2654423"/>
            <a:chExt cx="9468043" cy="2263806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00C0E2D0-37F1-45C4-B930-654B5F9FCBA0}"/>
                </a:ext>
              </a:extLst>
            </p:cNvPr>
            <p:cNvSpPr/>
            <p:nvPr/>
          </p:nvSpPr>
          <p:spPr>
            <a:xfrm>
              <a:off x="1128944" y="3133184"/>
              <a:ext cx="2299316" cy="3617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osThreadFlagsSet</a:t>
              </a:r>
              <a:endPara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9947265C-E443-4AD5-A787-DA5CBEDEE5AD}"/>
                </a:ext>
              </a:extLst>
            </p:cNvPr>
            <p:cNvSpPr/>
            <p:nvPr/>
          </p:nvSpPr>
          <p:spPr>
            <a:xfrm>
              <a:off x="1128944" y="4121458"/>
              <a:ext cx="2299316" cy="555291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xTaskNotifyGive</a:t>
              </a:r>
              <a:endParaRPr lang="en-US" altLang="zh-CN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en-US" altLang="zh-CN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xTaskNotify</a:t>
              </a:r>
              <a:endParaRPr lang="zh-CN" altLang="en-US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3A82ADBE-D5EA-43EF-930E-43E0E138A962}"/>
                </a:ext>
              </a:extLst>
            </p:cNvPr>
            <p:cNvSpPr/>
            <p:nvPr/>
          </p:nvSpPr>
          <p:spPr>
            <a:xfrm>
              <a:off x="3607295" y="4121458"/>
              <a:ext cx="2299316" cy="555283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ulTaskNotifyTake</a:t>
              </a:r>
              <a:endParaRPr lang="en-US" altLang="zh-CN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  <a:p>
              <a:pPr algn="ctr"/>
              <a:r>
                <a:rPr lang="en-US" altLang="zh-CN" sz="1600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xTaskNotifyWait</a:t>
              </a:r>
              <a:endParaRPr lang="zh-CN" altLang="en-US" sz="16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8" name="直接连接符 7">
              <a:extLst>
                <a:ext uri="{FF2B5EF4-FFF2-40B4-BE49-F238E27FC236}">
                  <a16:creationId xmlns:a16="http://schemas.microsoft.com/office/drawing/2014/main" id="{8F836674-254E-46E6-B26D-66F82CAA1E71}"/>
                </a:ext>
              </a:extLst>
            </p:cNvPr>
            <p:cNvCxnSpPr>
              <a:cxnSpLocks/>
            </p:cNvCxnSpPr>
            <p:nvPr/>
          </p:nvCxnSpPr>
          <p:spPr>
            <a:xfrm>
              <a:off x="941033" y="3563461"/>
              <a:ext cx="8895425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9EB1E0FB-62CE-4F2E-A3D7-65292C7E14C9}"/>
                </a:ext>
              </a:extLst>
            </p:cNvPr>
            <p:cNvCxnSpPr>
              <a:cxnSpLocks/>
            </p:cNvCxnSpPr>
            <p:nvPr/>
          </p:nvCxnSpPr>
          <p:spPr>
            <a:xfrm>
              <a:off x="941033" y="4745263"/>
              <a:ext cx="8895425" cy="0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8DF1DF32-72C2-4D43-A8FB-D8DEE76F024F}"/>
                </a:ext>
              </a:extLst>
            </p:cNvPr>
            <p:cNvSpPr txBox="1"/>
            <p:nvPr/>
          </p:nvSpPr>
          <p:spPr>
            <a:xfrm>
              <a:off x="8563997" y="3129400"/>
              <a:ext cx="168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CMSIS RTOS V2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58D0F567-2F24-4CA9-8E56-FBC0BF50E2B0}"/>
                </a:ext>
              </a:extLst>
            </p:cNvPr>
            <p:cNvSpPr txBox="1"/>
            <p:nvPr/>
          </p:nvSpPr>
          <p:spPr>
            <a:xfrm>
              <a:off x="8763742" y="4113891"/>
              <a:ext cx="1288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FreeRTOS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5E36A42-DC58-4201-A5BC-DFFD3A2AFEAE}"/>
                </a:ext>
              </a:extLst>
            </p:cNvPr>
            <p:cNvSpPr/>
            <p:nvPr/>
          </p:nvSpPr>
          <p:spPr>
            <a:xfrm>
              <a:off x="781235" y="2654423"/>
              <a:ext cx="9468043" cy="2263806"/>
            </a:xfrm>
            <a:prstGeom prst="rect">
              <a:avLst/>
            </a:prstGeom>
            <a:noFill/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EE42726-37A6-4137-8359-3E113D6D1441}"/>
                </a:ext>
              </a:extLst>
            </p:cNvPr>
            <p:cNvSpPr txBox="1"/>
            <p:nvPr/>
          </p:nvSpPr>
          <p:spPr>
            <a:xfrm>
              <a:off x="4365597" y="2667319"/>
              <a:ext cx="2299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线程标志</a:t>
              </a:r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/</a:t>
              </a:r>
              <a:r>
                <a:rPr lang="zh-CN" altLang="en-US" dirty="0">
                  <a:latin typeface="黑体" panose="02010609060101010101" pitchFamily="49" charset="-122"/>
                  <a:ea typeface="黑体" panose="02010609060101010101" pitchFamily="49" charset="-122"/>
                </a:rPr>
                <a:t>任务通知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05AC285E-7756-491E-BDE8-9A1DEBB6A393}"/>
                </a:ext>
              </a:extLst>
            </p:cNvPr>
            <p:cNvSpPr/>
            <p:nvPr/>
          </p:nvSpPr>
          <p:spPr>
            <a:xfrm>
              <a:off x="3607295" y="3139300"/>
              <a:ext cx="2299316" cy="3617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osThreadFlagsGet</a:t>
              </a:r>
              <a:endPara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BF1FCBF1-D273-46CA-84B1-F627508F0EF2}"/>
                </a:ext>
              </a:extLst>
            </p:cNvPr>
            <p:cNvSpPr/>
            <p:nvPr/>
          </p:nvSpPr>
          <p:spPr>
            <a:xfrm>
              <a:off x="6085646" y="3140765"/>
              <a:ext cx="2299316" cy="361765"/>
            </a:xfrm>
            <a:prstGeom prst="rect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 err="1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osThreadFlagsClear</a:t>
              </a:r>
              <a:endParaRPr lang="zh-CN" altLang="en-US" b="1" dirty="0">
                <a:solidFill>
                  <a:schemeClr val="tx2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5BF3C164-CCEE-4957-8FDE-59EC79A8A7EB}"/>
                </a:ext>
              </a:extLst>
            </p:cNvPr>
            <p:cNvSpPr/>
            <p:nvPr/>
          </p:nvSpPr>
          <p:spPr>
            <a:xfrm>
              <a:off x="6085646" y="4121458"/>
              <a:ext cx="2299316" cy="555279"/>
            </a:xfrm>
            <a:prstGeom prst="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 err="1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ulTaskNotifyValueClear</a:t>
              </a:r>
              <a:endParaRPr lang="zh-CN" altLang="en-US" sz="1400" dirty="0">
                <a:solidFill>
                  <a:srgbClr val="FFFF00"/>
                </a:solidFill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cxnSp>
          <p:nvCxnSpPr>
            <p:cNvPr id="23" name="直接箭头连接符 22">
              <a:extLst>
                <a:ext uri="{FF2B5EF4-FFF2-40B4-BE49-F238E27FC236}">
                  <a16:creationId xmlns:a16="http://schemas.microsoft.com/office/drawing/2014/main" id="{48F73602-58BD-4A50-89AA-780691A91AE4}"/>
                </a:ext>
              </a:extLst>
            </p:cNvPr>
            <p:cNvCxnSpPr>
              <a:cxnSpLocks/>
              <a:stCxn id="3" idx="2"/>
              <a:endCxn id="4" idx="0"/>
            </p:cNvCxnSpPr>
            <p:nvPr/>
          </p:nvCxnSpPr>
          <p:spPr>
            <a:xfrm>
              <a:off x="2278602" y="3494949"/>
              <a:ext cx="0" cy="626509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E7A82976-5A27-45BF-9E8F-A31362D031DE}"/>
                </a:ext>
              </a:extLst>
            </p:cNvPr>
            <p:cNvCxnSpPr>
              <a:cxnSpLocks/>
              <a:stCxn id="14" idx="2"/>
              <a:endCxn id="5" idx="0"/>
            </p:cNvCxnSpPr>
            <p:nvPr/>
          </p:nvCxnSpPr>
          <p:spPr>
            <a:xfrm>
              <a:off x="4756953" y="3501065"/>
              <a:ext cx="0" cy="6203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8CBC03B0-3D0C-4194-AA6E-2B38B00C6A10}"/>
                </a:ext>
              </a:extLst>
            </p:cNvPr>
            <p:cNvCxnSpPr>
              <a:cxnSpLocks/>
              <a:stCxn id="17" idx="2"/>
              <a:endCxn id="18" idx="0"/>
            </p:cNvCxnSpPr>
            <p:nvPr/>
          </p:nvCxnSpPr>
          <p:spPr>
            <a:xfrm>
              <a:off x="7235304" y="3502530"/>
              <a:ext cx="0" cy="618928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70370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D717E40B-5D94-4171-9C75-D6E490FB9DF3}"/>
              </a:ext>
            </a:extLst>
          </p:cNvPr>
          <p:cNvGrpSpPr/>
          <p:nvPr/>
        </p:nvGrpSpPr>
        <p:grpSpPr>
          <a:xfrm>
            <a:off x="2852258" y="1274818"/>
            <a:ext cx="5931016" cy="3045621"/>
            <a:chOff x="2852258" y="1274818"/>
            <a:chExt cx="5931016" cy="3045621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2951799D-34BC-465A-8EBC-224365BB0B9F}"/>
                </a:ext>
              </a:extLst>
            </p:cNvPr>
            <p:cNvGrpSpPr/>
            <p:nvPr/>
          </p:nvGrpSpPr>
          <p:grpSpPr>
            <a:xfrm>
              <a:off x="2852258" y="1274818"/>
              <a:ext cx="5931016" cy="2726731"/>
              <a:chOff x="2852258" y="1274818"/>
              <a:chExt cx="5931016" cy="2726731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E2ECDAE-4E52-4551-B6F8-9BA59A18C5F0}"/>
                  </a:ext>
                </a:extLst>
              </p:cNvPr>
              <p:cNvSpPr/>
              <p:nvPr/>
            </p:nvSpPr>
            <p:spPr>
              <a:xfrm>
                <a:off x="3011010" y="168229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osSemaphoreNew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D26562F-EF81-4F9E-A6C5-0D22401BF1DD}"/>
                  </a:ext>
                </a:extLst>
              </p:cNvPr>
              <p:cNvSpPr/>
              <p:nvPr/>
            </p:nvSpPr>
            <p:spPr>
              <a:xfrm>
                <a:off x="6096000" y="1684220"/>
                <a:ext cx="2477548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xSemaphoreCreateBinary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966A887-54E2-45CB-8359-624A7FAE28D6}"/>
                  </a:ext>
                </a:extLst>
              </p:cNvPr>
              <p:cNvSpPr/>
              <p:nvPr/>
            </p:nvSpPr>
            <p:spPr>
              <a:xfrm>
                <a:off x="6085646" y="3541001"/>
                <a:ext cx="2487902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xSemaphoreGive</a:t>
                </a:r>
                <a:endParaRPr lang="zh-CN" altLang="en-US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C9C96F3-D90F-4FC7-A40E-8A23E49FA631}"/>
                  </a:ext>
                </a:extLst>
              </p:cNvPr>
              <p:cNvSpPr/>
              <p:nvPr/>
            </p:nvSpPr>
            <p:spPr>
              <a:xfrm>
                <a:off x="2852258" y="1308683"/>
                <a:ext cx="5931016" cy="2692866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183BFC-AFD4-4650-8DAF-6D799B2D45CC}"/>
                  </a:ext>
                </a:extLst>
              </p:cNvPr>
              <p:cNvSpPr txBox="1"/>
              <p:nvPr/>
            </p:nvSpPr>
            <p:spPr>
              <a:xfrm>
                <a:off x="5317062" y="1274818"/>
                <a:ext cx="10014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信号量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CB3ACFB-9835-4E58-AA9F-BAC04A2999C2}"/>
                  </a:ext>
                </a:extLst>
              </p:cNvPr>
              <p:cNvSpPr/>
              <p:nvPr/>
            </p:nvSpPr>
            <p:spPr>
              <a:xfrm>
                <a:off x="3011010" y="2922073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osSemaphoreAcquire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9BE38F9-D813-4AFD-B5E9-EB32FAD89A98}"/>
                  </a:ext>
                </a:extLst>
              </p:cNvPr>
              <p:cNvSpPr/>
              <p:nvPr/>
            </p:nvSpPr>
            <p:spPr>
              <a:xfrm>
                <a:off x="3011010" y="3541001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osSemaphoreRelease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CC636A8-DD00-4C0C-B8E4-3C46C7E24948}"/>
                  </a:ext>
                </a:extLst>
              </p:cNvPr>
              <p:cNvSpPr/>
              <p:nvPr/>
            </p:nvSpPr>
            <p:spPr>
              <a:xfrm>
                <a:off x="6095999" y="2922073"/>
                <a:ext cx="2477547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xSemaphoreTake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95A5021-5978-4E10-B52D-DD91CE710B63}"/>
                  </a:ext>
                </a:extLst>
              </p:cNvPr>
              <p:cNvSpPr/>
              <p:nvPr/>
            </p:nvSpPr>
            <p:spPr>
              <a:xfrm>
                <a:off x="6096000" y="2303147"/>
                <a:ext cx="247754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xSemaphoreCreateCounting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22" name="直接箭头连接符 21">
                <a:extLst>
                  <a:ext uri="{FF2B5EF4-FFF2-40B4-BE49-F238E27FC236}">
                    <a16:creationId xmlns:a16="http://schemas.microsoft.com/office/drawing/2014/main" id="{0B583A03-3650-4B20-8510-4DC079AC4A9F}"/>
                  </a:ext>
                </a:extLst>
              </p:cNvPr>
              <p:cNvCxnSpPr>
                <a:stCxn id="4" idx="3"/>
                <a:endCxn id="5" idx="1"/>
              </p:cNvCxnSpPr>
              <p:nvPr/>
            </p:nvCxnSpPr>
            <p:spPr>
              <a:xfrm>
                <a:off x="5310326" y="1863173"/>
                <a:ext cx="785674" cy="19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连接符: 肘形 23">
                <a:extLst>
                  <a:ext uri="{FF2B5EF4-FFF2-40B4-BE49-F238E27FC236}">
                    <a16:creationId xmlns:a16="http://schemas.microsoft.com/office/drawing/2014/main" id="{41243AA9-9FDE-4D51-8F35-38418C8921E7}"/>
                  </a:ext>
                </a:extLst>
              </p:cNvPr>
              <p:cNvCxnSpPr>
                <a:stCxn id="4" idx="3"/>
                <a:endCxn id="16" idx="1"/>
              </p:cNvCxnSpPr>
              <p:nvPr/>
            </p:nvCxnSpPr>
            <p:spPr>
              <a:xfrm>
                <a:off x="5310326" y="1863173"/>
                <a:ext cx="785674" cy="620857"/>
              </a:xfrm>
              <a:prstGeom prst="bentConnector3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" name="直接箭头连接符 25">
                <a:extLst>
                  <a:ext uri="{FF2B5EF4-FFF2-40B4-BE49-F238E27FC236}">
                    <a16:creationId xmlns:a16="http://schemas.microsoft.com/office/drawing/2014/main" id="{B4CCE6A5-0050-4F6F-8F62-35FBA6CEC245}"/>
                  </a:ext>
                </a:extLst>
              </p:cNvPr>
              <p:cNvCxnSpPr>
                <a:stCxn id="9" idx="3"/>
                <a:endCxn id="14" idx="1"/>
              </p:cNvCxnSpPr>
              <p:nvPr/>
            </p:nvCxnSpPr>
            <p:spPr>
              <a:xfrm>
                <a:off x="5310326" y="3102956"/>
                <a:ext cx="785673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B0CBDDB5-FD38-45D6-A57E-FE351D77ADD1}"/>
                  </a:ext>
                </a:extLst>
              </p:cNvPr>
              <p:cNvCxnSpPr>
                <a:stCxn id="10" idx="3"/>
                <a:endCxn id="6" idx="1"/>
              </p:cNvCxnSpPr>
              <p:nvPr/>
            </p:nvCxnSpPr>
            <p:spPr>
              <a:xfrm>
                <a:off x="5310326" y="3721884"/>
                <a:ext cx="77532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3" name="直接连接符 32">
              <a:extLst>
                <a:ext uri="{FF2B5EF4-FFF2-40B4-BE49-F238E27FC236}">
                  <a16:creationId xmlns:a16="http://schemas.microsoft.com/office/drawing/2014/main" id="{813915FA-8BFE-4A66-B3D3-59E2E271A523}"/>
                </a:ext>
              </a:extLst>
            </p:cNvPr>
            <p:cNvCxnSpPr/>
            <p:nvPr/>
          </p:nvCxnSpPr>
          <p:spPr>
            <a:xfrm>
              <a:off x="2936147" y="1644150"/>
              <a:ext cx="0" cy="2609068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>
              <a:extLst>
                <a:ext uri="{FF2B5EF4-FFF2-40B4-BE49-F238E27FC236}">
                  <a16:creationId xmlns:a16="http://schemas.microsoft.com/office/drawing/2014/main" id="{171C8655-5DDB-46AD-AD40-022CB629F50B}"/>
                </a:ext>
              </a:extLst>
            </p:cNvPr>
            <p:cNvCxnSpPr>
              <a:cxnSpLocks/>
            </p:cNvCxnSpPr>
            <p:nvPr/>
          </p:nvCxnSpPr>
          <p:spPr>
            <a:xfrm>
              <a:off x="8674217" y="1644150"/>
              <a:ext cx="0" cy="2609068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>
              <a:extLst>
                <a:ext uri="{FF2B5EF4-FFF2-40B4-BE49-F238E27FC236}">
                  <a16:creationId xmlns:a16="http://schemas.microsoft.com/office/drawing/2014/main" id="{7B33B7C8-E27A-419C-AD19-F8CF461B3C44}"/>
                </a:ext>
              </a:extLst>
            </p:cNvPr>
            <p:cNvCxnSpPr/>
            <p:nvPr/>
          </p:nvCxnSpPr>
          <p:spPr>
            <a:xfrm>
              <a:off x="5553512" y="1644150"/>
              <a:ext cx="0" cy="2609068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BF18FF98-F349-4713-BDD5-480B6CE9876E}"/>
                </a:ext>
              </a:extLst>
            </p:cNvPr>
            <p:cNvSpPr txBox="1"/>
            <p:nvPr/>
          </p:nvSpPr>
          <p:spPr>
            <a:xfrm>
              <a:off x="3318027" y="3951107"/>
              <a:ext cx="168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CMSIS RTOS V2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4" name="文本框 43">
              <a:extLst>
                <a:ext uri="{FF2B5EF4-FFF2-40B4-BE49-F238E27FC236}">
                  <a16:creationId xmlns:a16="http://schemas.microsoft.com/office/drawing/2014/main" id="{8F8D4F40-CE9B-4894-AADA-42C176FD916F}"/>
                </a:ext>
              </a:extLst>
            </p:cNvPr>
            <p:cNvSpPr txBox="1"/>
            <p:nvPr/>
          </p:nvSpPr>
          <p:spPr>
            <a:xfrm>
              <a:off x="6685224" y="3942718"/>
              <a:ext cx="1288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FreeRTOS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24953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id="{D09559A0-CFB3-4F16-AFED-B05811710688}"/>
              </a:ext>
            </a:extLst>
          </p:cNvPr>
          <p:cNvGrpSpPr/>
          <p:nvPr/>
        </p:nvGrpSpPr>
        <p:grpSpPr>
          <a:xfrm>
            <a:off x="2852258" y="1274818"/>
            <a:ext cx="5931016" cy="2978400"/>
            <a:chOff x="2852258" y="1274818"/>
            <a:chExt cx="5931016" cy="2978400"/>
          </a:xfrm>
        </p:grpSpPr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827C88F8-FA5D-4627-B663-6F3B3FF367FA}"/>
                </a:ext>
              </a:extLst>
            </p:cNvPr>
            <p:cNvGrpSpPr/>
            <p:nvPr/>
          </p:nvGrpSpPr>
          <p:grpSpPr>
            <a:xfrm>
              <a:off x="2852258" y="1274818"/>
              <a:ext cx="5931016" cy="2407949"/>
              <a:chOff x="2852258" y="1274818"/>
              <a:chExt cx="5931016" cy="2407949"/>
            </a:xfrm>
          </p:grpSpPr>
          <p:sp>
            <p:nvSpPr>
              <p:cNvPr id="4" name="矩形 3">
                <a:extLst>
                  <a:ext uri="{FF2B5EF4-FFF2-40B4-BE49-F238E27FC236}">
                    <a16:creationId xmlns:a16="http://schemas.microsoft.com/office/drawing/2014/main" id="{5E2ECDAE-4E52-4551-B6F8-9BA59A18C5F0}"/>
                  </a:ext>
                </a:extLst>
              </p:cNvPr>
              <p:cNvSpPr/>
              <p:nvPr/>
            </p:nvSpPr>
            <p:spPr>
              <a:xfrm>
                <a:off x="3011010" y="168229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osMutexNew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DD26562F-EF81-4F9E-A6C5-0D22401BF1DD}"/>
                  </a:ext>
                </a:extLst>
              </p:cNvPr>
              <p:cNvSpPr/>
              <p:nvPr/>
            </p:nvSpPr>
            <p:spPr>
              <a:xfrm>
                <a:off x="6096000" y="1684220"/>
                <a:ext cx="2477548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xSemaphoreCreateMutex</a:t>
                </a:r>
                <a:endParaRPr lang="en-US" altLang="zh-CN" sz="12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en-US" altLang="zh-CN" sz="12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xSemaphoreCreateRecursiveMutex</a:t>
                </a:r>
                <a:endParaRPr lang="zh-CN" altLang="en-US" sz="12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4966A887-54E2-45CB-8359-624A7FAE28D6}"/>
                  </a:ext>
                </a:extLst>
              </p:cNvPr>
              <p:cNvSpPr/>
              <p:nvPr/>
            </p:nvSpPr>
            <p:spPr>
              <a:xfrm>
                <a:off x="6096000" y="3177304"/>
                <a:ext cx="2487902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2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xSemaphoreGive</a:t>
                </a:r>
                <a:endParaRPr lang="en-US" altLang="zh-CN" sz="12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en-US" altLang="zh-CN" sz="14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xSemaphoreGiveRecursive</a:t>
                </a:r>
                <a:endParaRPr lang="zh-CN" altLang="en-US" sz="14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0C9C96F3-D90F-4FC7-A40E-8A23E49FA631}"/>
                  </a:ext>
                </a:extLst>
              </p:cNvPr>
              <p:cNvSpPr/>
              <p:nvPr/>
            </p:nvSpPr>
            <p:spPr>
              <a:xfrm>
                <a:off x="2852258" y="1308683"/>
                <a:ext cx="5931016" cy="2374084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31183BFC-AFD4-4650-8DAF-6D799B2D45CC}"/>
                  </a:ext>
                </a:extLst>
              </p:cNvPr>
              <p:cNvSpPr txBox="1"/>
              <p:nvPr/>
            </p:nvSpPr>
            <p:spPr>
              <a:xfrm>
                <a:off x="5317062" y="1274818"/>
                <a:ext cx="100140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互斥量</a:t>
                </a:r>
              </a:p>
            </p:txBody>
          </p: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6CB3ACFB-9835-4E58-AA9F-BAC04A2999C2}"/>
                  </a:ext>
                </a:extLst>
              </p:cNvPr>
              <p:cNvSpPr/>
              <p:nvPr/>
            </p:nvSpPr>
            <p:spPr>
              <a:xfrm>
                <a:off x="3011010" y="2430762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osMutexAcquire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0" name="矩形 9">
                <a:extLst>
                  <a:ext uri="{FF2B5EF4-FFF2-40B4-BE49-F238E27FC236}">
                    <a16:creationId xmlns:a16="http://schemas.microsoft.com/office/drawing/2014/main" id="{69BE38F9-D813-4AFD-B5E9-EB32FAD89A98}"/>
                  </a:ext>
                </a:extLst>
              </p:cNvPr>
              <p:cNvSpPr/>
              <p:nvPr/>
            </p:nvSpPr>
            <p:spPr>
              <a:xfrm>
                <a:off x="3011010" y="3179236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osMutexRelease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4" name="矩形 13">
                <a:extLst>
                  <a:ext uri="{FF2B5EF4-FFF2-40B4-BE49-F238E27FC236}">
                    <a16:creationId xmlns:a16="http://schemas.microsoft.com/office/drawing/2014/main" id="{2CC636A8-DD00-4C0C-B8E4-3C46C7E24948}"/>
                  </a:ext>
                </a:extLst>
              </p:cNvPr>
              <p:cNvSpPr/>
              <p:nvPr/>
            </p:nvSpPr>
            <p:spPr>
              <a:xfrm>
                <a:off x="6096001" y="2430762"/>
                <a:ext cx="2477547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4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xSemaphoreTake</a:t>
                </a:r>
                <a:endParaRPr lang="en-US" altLang="zh-CN" sz="14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  <a:p>
                <a:pPr algn="ctr"/>
                <a:r>
                  <a:rPr lang="en-US" altLang="zh-CN" sz="14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xSemaphoreTakeRecursive</a:t>
                </a:r>
                <a:endParaRPr lang="zh-CN" altLang="en-US" sz="14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6913FBC6-B96F-4307-ACF8-9A5694E8700A}"/>
                  </a:ext>
                </a:extLst>
              </p:cNvPr>
              <p:cNvCxnSpPr>
                <a:stCxn id="4" idx="3"/>
                <a:endCxn id="5" idx="1"/>
              </p:cNvCxnSpPr>
              <p:nvPr/>
            </p:nvCxnSpPr>
            <p:spPr>
              <a:xfrm>
                <a:off x="5310326" y="1863173"/>
                <a:ext cx="785674" cy="19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06CF5FC1-E733-48EE-A937-E1105A07ABC4}"/>
                  </a:ext>
                </a:extLst>
              </p:cNvPr>
              <p:cNvCxnSpPr>
                <a:cxnSpLocks/>
                <a:stCxn id="9" idx="3"/>
                <a:endCxn id="14" idx="1"/>
              </p:cNvCxnSpPr>
              <p:nvPr/>
            </p:nvCxnSpPr>
            <p:spPr>
              <a:xfrm>
                <a:off x="5310326" y="2611645"/>
                <a:ext cx="78567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69A9D613-FB69-4E62-9249-EE07A01B08AB}"/>
                  </a:ext>
                </a:extLst>
              </p:cNvPr>
              <p:cNvCxnSpPr>
                <a:stCxn id="10" idx="3"/>
                <a:endCxn id="6" idx="1"/>
              </p:cNvCxnSpPr>
              <p:nvPr/>
            </p:nvCxnSpPr>
            <p:spPr>
              <a:xfrm flipV="1">
                <a:off x="5310326" y="3358187"/>
                <a:ext cx="785674" cy="1932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096F8468-017E-412B-A1B9-FBAE1C3AAA78}"/>
                </a:ext>
              </a:extLst>
            </p:cNvPr>
            <p:cNvCxnSpPr/>
            <p:nvPr/>
          </p:nvCxnSpPr>
          <p:spPr>
            <a:xfrm>
              <a:off x="2936147" y="1644150"/>
              <a:ext cx="0" cy="2609068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>
              <a:extLst>
                <a:ext uri="{FF2B5EF4-FFF2-40B4-BE49-F238E27FC236}">
                  <a16:creationId xmlns:a16="http://schemas.microsoft.com/office/drawing/2014/main" id="{90870B6F-06E2-4B78-8113-B8153AE29BF9}"/>
                </a:ext>
              </a:extLst>
            </p:cNvPr>
            <p:cNvCxnSpPr>
              <a:cxnSpLocks/>
            </p:cNvCxnSpPr>
            <p:nvPr/>
          </p:nvCxnSpPr>
          <p:spPr>
            <a:xfrm>
              <a:off x="8674217" y="1644150"/>
              <a:ext cx="0" cy="2609068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>
              <a:extLst>
                <a:ext uri="{FF2B5EF4-FFF2-40B4-BE49-F238E27FC236}">
                  <a16:creationId xmlns:a16="http://schemas.microsoft.com/office/drawing/2014/main" id="{2C51AA89-97C1-4E8E-9046-BAA6B18D2E0F}"/>
                </a:ext>
              </a:extLst>
            </p:cNvPr>
            <p:cNvCxnSpPr/>
            <p:nvPr/>
          </p:nvCxnSpPr>
          <p:spPr>
            <a:xfrm>
              <a:off x="5553512" y="1644150"/>
              <a:ext cx="0" cy="2609068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551E64B6-5728-4C8F-9A87-728BDB64F610}"/>
                </a:ext>
              </a:extLst>
            </p:cNvPr>
            <p:cNvSpPr txBox="1"/>
            <p:nvPr/>
          </p:nvSpPr>
          <p:spPr>
            <a:xfrm>
              <a:off x="3318027" y="3700142"/>
              <a:ext cx="168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CMSIS RTOS V2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5B05F3AD-69DF-44F7-81A2-A5EF6300608C}"/>
                </a:ext>
              </a:extLst>
            </p:cNvPr>
            <p:cNvSpPr txBox="1"/>
            <p:nvPr/>
          </p:nvSpPr>
          <p:spPr>
            <a:xfrm>
              <a:off x="6690401" y="3699545"/>
              <a:ext cx="1288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FreeRTOS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285928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组合 16">
            <a:extLst>
              <a:ext uri="{FF2B5EF4-FFF2-40B4-BE49-F238E27FC236}">
                <a16:creationId xmlns:a16="http://schemas.microsoft.com/office/drawing/2014/main" id="{CBBE2466-AD80-4798-AFC1-7EA72C08CF15}"/>
              </a:ext>
            </a:extLst>
          </p:cNvPr>
          <p:cNvGrpSpPr/>
          <p:nvPr/>
        </p:nvGrpSpPr>
        <p:grpSpPr>
          <a:xfrm>
            <a:off x="2726422" y="1153679"/>
            <a:ext cx="5956184" cy="3879932"/>
            <a:chOff x="2726422" y="1153679"/>
            <a:chExt cx="5956184" cy="3879932"/>
          </a:xfrm>
        </p:grpSpPr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8E33436D-A747-49E9-B82C-BA05C10BA7D2}"/>
                </a:ext>
              </a:extLst>
            </p:cNvPr>
            <p:cNvGrpSpPr/>
            <p:nvPr/>
          </p:nvGrpSpPr>
          <p:grpSpPr>
            <a:xfrm>
              <a:off x="2726422" y="1153679"/>
              <a:ext cx="5956184" cy="3510600"/>
              <a:chOff x="2726422" y="1153679"/>
              <a:chExt cx="5956184" cy="3510600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0D6FB16-6C99-41E8-A8FE-80FB09766C4A}"/>
                  </a:ext>
                </a:extLst>
              </p:cNvPr>
              <p:cNvSpPr/>
              <p:nvPr/>
            </p:nvSpPr>
            <p:spPr>
              <a:xfrm>
                <a:off x="3011010" y="168229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osEventFlagsNew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F25D535-8DBA-4096-9D09-D2C34F80DC80}"/>
                  </a:ext>
                </a:extLst>
              </p:cNvPr>
              <p:cNvSpPr/>
              <p:nvPr/>
            </p:nvSpPr>
            <p:spPr>
              <a:xfrm>
                <a:off x="6096000" y="168422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xEventGroupCreate</a:t>
                </a:r>
                <a:endParaRPr lang="zh-CN" altLang="en-US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3" name="矩形 22">
                <a:extLst>
                  <a:ext uri="{FF2B5EF4-FFF2-40B4-BE49-F238E27FC236}">
                    <a16:creationId xmlns:a16="http://schemas.microsoft.com/office/drawing/2014/main" id="{49181BE6-6FC0-4F45-BB13-9FCD4760705C}"/>
                  </a:ext>
                </a:extLst>
              </p:cNvPr>
              <p:cNvSpPr/>
              <p:nvPr/>
            </p:nvSpPr>
            <p:spPr>
              <a:xfrm>
                <a:off x="6096000" y="4159928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xEventGroupWaitBits</a:t>
                </a:r>
                <a:endParaRPr lang="zh-CN" altLang="en-US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0F43647-9E4C-4B62-A4CE-53181A53270A}"/>
                  </a:ext>
                </a:extLst>
              </p:cNvPr>
              <p:cNvSpPr/>
              <p:nvPr/>
            </p:nvSpPr>
            <p:spPr>
              <a:xfrm>
                <a:off x="2726422" y="1182848"/>
                <a:ext cx="5956184" cy="3481431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9B92C62-76A4-4E92-A7E3-156504191ADC}"/>
                  </a:ext>
                </a:extLst>
              </p:cNvPr>
              <p:cNvSpPr txBox="1"/>
              <p:nvPr/>
            </p:nvSpPr>
            <p:spPr>
              <a:xfrm>
                <a:off x="5341771" y="1153679"/>
                <a:ext cx="7124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事件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5A2D662A-DC9B-4494-9165-1BB911A8F513}"/>
                  </a:ext>
                </a:extLst>
              </p:cNvPr>
              <p:cNvSpPr/>
              <p:nvPr/>
            </p:nvSpPr>
            <p:spPr>
              <a:xfrm>
                <a:off x="3011010" y="2303147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osEventFlagsSet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01431FB-BBCF-4A9A-A2F4-857C9783FD18}"/>
                  </a:ext>
                </a:extLst>
              </p:cNvPr>
              <p:cNvSpPr/>
              <p:nvPr/>
            </p:nvSpPr>
            <p:spPr>
              <a:xfrm>
                <a:off x="3011010" y="2922074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osEventFlagsClear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2" name="矩形 31">
                <a:extLst>
                  <a:ext uri="{FF2B5EF4-FFF2-40B4-BE49-F238E27FC236}">
                    <a16:creationId xmlns:a16="http://schemas.microsoft.com/office/drawing/2014/main" id="{3D7BABC5-CC2A-417C-A2B3-74A8B1A4D6F4}"/>
                  </a:ext>
                </a:extLst>
              </p:cNvPr>
              <p:cNvSpPr/>
              <p:nvPr/>
            </p:nvSpPr>
            <p:spPr>
              <a:xfrm>
                <a:off x="6085646" y="2922074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xEventGroupClearBits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38A752E6-E09C-4A22-98F3-13555859A232}"/>
                  </a:ext>
                </a:extLst>
              </p:cNvPr>
              <p:cNvSpPr/>
              <p:nvPr/>
            </p:nvSpPr>
            <p:spPr>
              <a:xfrm>
                <a:off x="3011010" y="3541001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osEventFlagsGet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7" name="矩形 36">
                <a:extLst>
                  <a:ext uri="{FF2B5EF4-FFF2-40B4-BE49-F238E27FC236}">
                    <a16:creationId xmlns:a16="http://schemas.microsoft.com/office/drawing/2014/main" id="{0A965D25-7758-45E6-9165-AF5D5511C490}"/>
                  </a:ext>
                </a:extLst>
              </p:cNvPr>
              <p:cNvSpPr/>
              <p:nvPr/>
            </p:nvSpPr>
            <p:spPr>
              <a:xfrm>
                <a:off x="3011010" y="4164577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osEventFlagsWait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9" name="矩形 38">
                <a:extLst>
                  <a:ext uri="{FF2B5EF4-FFF2-40B4-BE49-F238E27FC236}">
                    <a16:creationId xmlns:a16="http://schemas.microsoft.com/office/drawing/2014/main" id="{DCCF14F0-82B7-4B86-B34E-67A00B4CEF74}"/>
                  </a:ext>
                </a:extLst>
              </p:cNvPr>
              <p:cNvSpPr/>
              <p:nvPr/>
            </p:nvSpPr>
            <p:spPr>
              <a:xfrm>
                <a:off x="6096000" y="2303146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xEventGroupSetBits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13" name="矩形 12">
                <a:extLst>
                  <a:ext uri="{FF2B5EF4-FFF2-40B4-BE49-F238E27FC236}">
                    <a16:creationId xmlns:a16="http://schemas.microsoft.com/office/drawing/2014/main" id="{B079817B-832C-4F87-BC7F-0EA59EFE2A1B}"/>
                  </a:ext>
                </a:extLst>
              </p:cNvPr>
              <p:cNvSpPr/>
              <p:nvPr/>
            </p:nvSpPr>
            <p:spPr>
              <a:xfrm>
                <a:off x="6085646" y="354100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xEventGroupGetBits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F69758F3-148A-456B-9736-93073551378F}"/>
                  </a:ext>
                </a:extLst>
              </p:cNvPr>
              <p:cNvCxnSpPr>
                <a:stCxn id="21" idx="3"/>
                <a:endCxn id="22" idx="1"/>
              </p:cNvCxnSpPr>
              <p:nvPr/>
            </p:nvCxnSpPr>
            <p:spPr>
              <a:xfrm>
                <a:off x="5310326" y="1863173"/>
                <a:ext cx="785674" cy="19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08AE4C88-FF31-4010-B16D-8938D1437064}"/>
                  </a:ext>
                </a:extLst>
              </p:cNvPr>
              <p:cNvCxnSpPr>
                <a:endCxn id="39" idx="1"/>
              </p:cNvCxnSpPr>
              <p:nvPr/>
            </p:nvCxnSpPr>
            <p:spPr>
              <a:xfrm>
                <a:off x="5310326" y="2484028"/>
                <a:ext cx="785674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" name="直接箭头连接符 6">
                <a:extLst>
                  <a:ext uri="{FF2B5EF4-FFF2-40B4-BE49-F238E27FC236}">
                    <a16:creationId xmlns:a16="http://schemas.microsoft.com/office/drawing/2014/main" id="{942B7CBA-076C-4E10-811C-7937642DC825}"/>
                  </a:ext>
                </a:extLst>
              </p:cNvPr>
              <p:cNvCxnSpPr>
                <a:stCxn id="31" idx="3"/>
                <a:endCxn id="32" idx="1"/>
              </p:cNvCxnSpPr>
              <p:nvPr/>
            </p:nvCxnSpPr>
            <p:spPr>
              <a:xfrm>
                <a:off x="5310326" y="3102957"/>
                <a:ext cx="775320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DC068400-FA20-4AEF-A1EB-3438333F503A}"/>
                  </a:ext>
                </a:extLst>
              </p:cNvPr>
              <p:cNvCxnSpPr>
                <a:stCxn id="36" idx="3"/>
                <a:endCxn id="13" idx="1"/>
              </p:cNvCxnSpPr>
              <p:nvPr/>
            </p:nvCxnSpPr>
            <p:spPr>
              <a:xfrm flipV="1">
                <a:off x="5310326" y="3721883"/>
                <a:ext cx="775320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7BD31E94-F93C-4AF2-9DA0-C7DBEBDDEDFB}"/>
                  </a:ext>
                </a:extLst>
              </p:cNvPr>
              <p:cNvCxnSpPr>
                <a:stCxn id="37" idx="3"/>
                <a:endCxn id="23" idx="1"/>
              </p:cNvCxnSpPr>
              <p:nvPr/>
            </p:nvCxnSpPr>
            <p:spPr>
              <a:xfrm flipV="1">
                <a:off x="5310326" y="4340811"/>
                <a:ext cx="785674" cy="4649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id="{ED21A6FE-2750-49B3-97B6-0BAB3E8CC0B2}"/>
                </a:ext>
              </a:extLst>
            </p:cNvPr>
            <p:cNvCxnSpPr>
              <a:cxnSpLocks/>
            </p:cNvCxnSpPr>
            <p:nvPr/>
          </p:nvCxnSpPr>
          <p:spPr>
            <a:xfrm>
              <a:off x="2936147" y="1644150"/>
              <a:ext cx="0" cy="3338911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>
              <a:extLst>
                <a:ext uri="{FF2B5EF4-FFF2-40B4-BE49-F238E27FC236}">
                  <a16:creationId xmlns:a16="http://schemas.microsoft.com/office/drawing/2014/main" id="{AB14AC16-C960-4963-855C-08E6FD3E5549}"/>
                </a:ext>
              </a:extLst>
            </p:cNvPr>
            <p:cNvCxnSpPr>
              <a:cxnSpLocks/>
            </p:cNvCxnSpPr>
            <p:nvPr/>
          </p:nvCxnSpPr>
          <p:spPr>
            <a:xfrm>
              <a:off x="8590327" y="1644150"/>
              <a:ext cx="0" cy="3338911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id="{2B545527-AA40-4B58-A65A-6DC65F97CD5F}"/>
                </a:ext>
              </a:extLst>
            </p:cNvPr>
            <p:cNvCxnSpPr>
              <a:cxnSpLocks/>
            </p:cNvCxnSpPr>
            <p:nvPr/>
          </p:nvCxnSpPr>
          <p:spPr>
            <a:xfrm>
              <a:off x="5553512" y="1644150"/>
              <a:ext cx="0" cy="3338911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F0C4208-42F2-465D-A2B5-CC1F1960CDDE}"/>
                </a:ext>
              </a:extLst>
            </p:cNvPr>
            <p:cNvSpPr txBox="1"/>
            <p:nvPr/>
          </p:nvSpPr>
          <p:spPr>
            <a:xfrm>
              <a:off x="3318027" y="4664279"/>
              <a:ext cx="168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CMSIS RTOS V2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71EB8C7F-40D4-4112-B8F9-920F8B839ACB}"/>
                </a:ext>
              </a:extLst>
            </p:cNvPr>
            <p:cNvSpPr txBox="1"/>
            <p:nvPr/>
          </p:nvSpPr>
          <p:spPr>
            <a:xfrm>
              <a:off x="6601285" y="4664279"/>
              <a:ext cx="1288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FreeRTOS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97059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" name="组合 44">
            <a:extLst>
              <a:ext uri="{FF2B5EF4-FFF2-40B4-BE49-F238E27FC236}">
                <a16:creationId xmlns:a16="http://schemas.microsoft.com/office/drawing/2014/main" id="{1093DBC6-3CE8-4FA7-8D43-B5F55DA539EC}"/>
              </a:ext>
            </a:extLst>
          </p:cNvPr>
          <p:cNvGrpSpPr/>
          <p:nvPr/>
        </p:nvGrpSpPr>
        <p:grpSpPr>
          <a:xfrm>
            <a:off x="2726422" y="1153679"/>
            <a:ext cx="5956184" cy="2680090"/>
            <a:chOff x="2726422" y="1153679"/>
            <a:chExt cx="5956184" cy="2680090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445FDB91-039D-47CE-A5D8-1BDA75AB3A27}"/>
                </a:ext>
              </a:extLst>
            </p:cNvPr>
            <p:cNvGrpSpPr/>
            <p:nvPr/>
          </p:nvGrpSpPr>
          <p:grpSpPr>
            <a:xfrm>
              <a:off x="2726422" y="1153679"/>
              <a:ext cx="5956184" cy="2307738"/>
              <a:chOff x="2726422" y="1153679"/>
              <a:chExt cx="5956184" cy="2307738"/>
            </a:xfrm>
          </p:grpSpPr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70D6FB16-6C99-41E8-A8FE-80FB09766C4A}"/>
                  </a:ext>
                </a:extLst>
              </p:cNvPr>
              <p:cNvSpPr/>
              <p:nvPr/>
            </p:nvSpPr>
            <p:spPr>
              <a:xfrm>
                <a:off x="3011010" y="168229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osMessageQueueNew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3F25D535-8DBA-4096-9D09-D2C34F80DC80}"/>
                  </a:ext>
                </a:extLst>
              </p:cNvPr>
              <p:cNvSpPr/>
              <p:nvPr/>
            </p:nvSpPr>
            <p:spPr>
              <a:xfrm>
                <a:off x="6096000" y="1684220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xQueueCreate</a:t>
                </a:r>
                <a:endParaRPr lang="zh-CN" altLang="en-US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8" name="矩形 27">
                <a:extLst>
                  <a:ext uri="{FF2B5EF4-FFF2-40B4-BE49-F238E27FC236}">
                    <a16:creationId xmlns:a16="http://schemas.microsoft.com/office/drawing/2014/main" id="{10F43647-9E4C-4B62-A4CE-53181A53270A}"/>
                  </a:ext>
                </a:extLst>
              </p:cNvPr>
              <p:cNvSpPr/>
              <p:nvPr/>
            </p:nvSpPr>
            <p:spPr>
              <a:xfrm>
                <a:off x="2726422" y="1182848"/>
                <a:ext cx="5956184" cy="2278569"/>
              </a:xfrm>
              <a:prstGeom prst="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29B92C62-76A4-4E92-A7E3-156504191ADC}"/>
                  </a:ext>
                </a:extLst>
              </p:cNvPr>
              <p:cNvSpPr txBox="1"/>
              <p:nvPr/>
            </p:nvSpPr>
            <p:spPr>
              <a:xfrm>
                <a:off x="5341771" y="1153679"/>
                <a:ext cx="71243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>
                    <a:latin typeface="黑体" panose="02010609060101010101" pitchFamily="49" charset="-122"/>
                    <a:ea typeface="黑体" panose="02010609060101010101" pitchFamily="49" charset="-122"/>
                  </a:rPr>
                  <a:t>队列</a:t>
                </a:r>
              </a:p>
            </p:txBody>
          </p:sp>
          <p:sp>
            <p:nvSpPr>
              <p:cNvPr id="30" name="矩形 29">
                <a:extLst>
                  <a:ext uri="{FF2B5EF4-FFF2-40B4-BE49-F238E27FC236}">
                    <a16:creationId xmlns:a16="http://schemas.microsoft.com/office/drawing/2014/main" id="{5A2D662A-DC9B-4494-9165-1BB911A8F513}"/>
                  </a:ext>
                </a:extLst>
              </p:cNvPr>
              <p:cNvSpPr/>
              <p:nvPr/>
            </p:nvSpPr>
            <p:spPr>
              <a:xfrm>
                <a:off x="3011010" y="2303147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osMessageQueuePut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31" name="矩形 30">
                <a:extLst>
                  <a:ext uri="{FF2B5EF4-FFF2-40B4-BE49-F238E27FC236}">
                    <a16:creationId xmlns:a16="http://schemas.microsoft.com/office/drawing/2014/main" id="{C01431FB-BBCF-4A9A-A2F4-857C9783FD18}"/>
                  </a:ext>
                </a:extLst>
              </p:cNvPr>
              <p:cNvSpPr/>
              <p:nvPr/>
            </p:nvSpPr>
            <p:spPr>
              <a:xfrm>
                <a:off x="3013902" y="2922071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b="1" dirty="0" err="1">
                    <a:solidFill>
                      <a:schemeClr val="tx2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osMessageQueueGet</a:t>
                </a:r>
                <a:endParaRPr lang="zh-CN" altLang="en-US" sz="1600" b="1" dirty="0">
                  <a:solidFill>
                    <a:schemeClr val="tx2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cxnSp>
            <p:nvCxnSpPr>
              <p:cNvPr id="3" name="直接箭头连接符 2">
                <a:extLst>
                  <a:ext uri="{FF2B5EF4-FFF2-40B4-BE49-F238E27FC236}">
                    <a16:creationId xmlns:a16="http://schemas.microsoft.com/office/drawing/2014/main" id="{F69758F3-148A-456B-9736-93073551378F}"/>
                  </a:ext>
                </a:extLst>
              </p:cNvPr>
              <p:cNvCxnSpPr>
                <a:cxnSpLocks/>
                <a:stCxn id="21" idx="3"/>
                <a:endCxn id="22" idx="1"/>
              </p:cNvCxnSpPr>
              <p:nvPr/>
            </p:nvCxnSpPr>
            <p:spPr>
              <a:xfrm>
                <a:off x="5310326" y="1863173"/>
                <a:ext cx="785674" cy="193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" name="直接箭头连接符 4">
                <a:extLst>
                  <a:ext uri="{FF2B5EF4-FFF2-40B4-BE49-F238E27FC236}">
                    <a16:creationId xmlns:a16="http://schemas.microsoft.com/office/drawing/2014/main" id="{08AE4C88-FF31-4010-B16D-8938D1437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10326" y="2484028"/>
                <a:ext cx="785674" cy="1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E9A9D14D-F27D-4DE1-98A8-2B963F2206B0}"/>
                  </a:ext>
                </a:extLst>
              </p:cNvPr>
              <p:cNvSpPr/>
              <p:nvPr/>
            </p:nvSpPr>
            <p:spPr>
              <a:xfrm>
                <a:off x="6096000" y="2922071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xQueueReceive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  <p:sp>
            <p:nvSpPr>
              <p:cNvPr id="24" name="矩形 23">
                <a:extLst>
                  <a:ext uri="{FF2B5EF4-FFF2-40B4-BE49-F238E27FC236}">
                    <a16:creationId xmlns:a16="http://schemas.microsoft.com/office/drawing/2014/main" id="{798800B0-2AE1-4F90-B7B4-E80EF8DC8EEC}"/>
                  </a:ext>
                </a:extLst>
              </p:cNvPr>
              <p:cNvSpPr/>
              <p:nvPr/>
            </p:nvSpPr>
            <p:spPr>
              <a:xfrm>
                <a:off x="6096000" y="2303145"/>
                <a:ext cx="2299316" cy="361765"/>
              </a:xfrm>
              <a:prstGeom prst="rect">
                <a:avLst/>
              </a:prstGeom>
            </p:spPr>
            <p:style>
              <a:lnRef idx="2">
                <a:schemeClr val="accent6">
                  <a:shade val="50000"/>
                </a:schemeClr>
              </a:lnRef>
              <a:fillRef idx="1">
                <a:schemeClr val="accent6"/>
              </a:fillRef>
              <a:effectRef idx="0">
                <a:schemeClr val="accent6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600" dirty="0" err="1">
                    <a:solidFill>
                      <a:srgbClr val="FFFF00"/>
                    </a:solidFill>
                    <a:latin typeface="黑体" panose="02010609060101010101" pitchFamily="49" charset="-122"/>
                    <a:ea typeface="黑体" panose="02010609060101010101" pitchFamily="49" charset="-122"/>
                  </a:rPr>
                  <a:t>xQueueSendToBack</a:t>
                </a:r>
                <a:endParaRPr lang="zh-CN" altLang="en-US" sz="1600" dirty="0">
                  <a:solidFill>
                    <a:srgbClr val="FFFF00"/>
                  </a:solidFill>
                  <a:latin typeface="黑体" panose="02010609060101010101" pitchFamily="49" charset="-122"/>
                  <a:ea typeface="黑体" panose="02010609060101010101" pitchFamily="49" charset="-122"/>
                </a:endParaRPr>
              </a:p>
            </p:txBody>
          </p:sp>
        </p:grpSp>
        <p:cxnSp>
          <p:nvCxnSpPr>
            <p:cNvPr id="35" name="直接连接符 34">
              <a:extLst>
                <a:ext uri="{FF2B5EF4-FFF2-40B4-BE49-F238E27FC236}">
                  <a16:creationId xmlns:a16="http://schemas.microsoft.com/office/drawing/2014/main" id="{F2923B29-F536-4109-B5C4-FECE5AE1A340}"/>
                </a:ext>
              </a:extLst>
            </p:cNvPr>
            <p:cNvCxnSpPr>
              <a:cxnSpLocks/>
            </p:cNvCxnSpPr>
            <p:nvPr/>
          </p:nvCxnSpPr>
          <p:spPr>
            <a:xfrm>
              <a:off x="2936147" y="1644150"/>
              <a:ext cx="0" cy="2189619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连接符 37">
              <a:extLst>
                <a:ext uri="{FF2B5EF4-FFF2-40B4-BE49-F238E27FC236}">
                  <a16:creationId xmlns:a16="http://schemas.microsoft.com/office/drawing/2014/main" id="{258AEAF0-675D-4A6A-AAE5-7F9CD2177D52}"/>
                </a:ext>
              </a:extLst>
            </p:cNvPr>
            <p:cNvCxnSpPr>
              <a:cxnSpLocks/>
            </p:cNvCxnSpPr>
            <p:nvPr/>
          </p:nvCxnSpPr>
          <p:spPr>
            <a:xfrm>
              <a:off x="8556771" y="1644150"/>
              <a:ext cx="0" cy="2189619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直接连接符 39">
              <a:extLst>
                <a:ext uri="{FF2B5EF4-FFF2-40B4-BE49-F238E27FC236}">
                  <a16:creationId xmlns:a16="http://schemas.microsoft.com/office/drawing/2014/main" id="{11C38723-EFD9-4319-A108-27F1C56D817B}"/>
                </a:ext>
              </a:extLst>
            </p:cNvPr>
            <p:cNvCxnSpPr>
              <a:cxnSpLocks/>
            </p:cNvCxnSpPr>
            <p:nvPr/>
          </p:nvCxnSpPr>
          <p:spPr>
            <a:xfrm>
              <a:off x="5553512" y="1644150"/>
              <a:ext cx="0" cy="2189619"/>
            </a:xfrm>
            <a:prstGeom prst="line">
              <a:avLst/>
            </a:prstGeom>
            <a:ln w="38100">
              <a:solidFill>
                <a:srgbClr val="7030A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B49AA097-B675-4F52-BBFA-79E7A57DFEC8}"/>
                </a:ext>
              </a:extLst>
            </p:cNvPr>
            <p:cNvSpPr txBox="1"/>
            <p:nvPr/>
          </p:nvSpPr>
          <p:spPr>
            <a:xfrm>
              <a:off x="3402189" y="3461417"/>
              <a:ext cx="16852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>
                  <a:latin typeface="黑体" panose="02010609060101010101" pitchFamily="49" charset="-122"/>
                  <a:ea typeface="黑体" panose="02010609060101010101" pitchFamily="49" charset="-122"/>
                </a:rPr>
                <a:t>CMSIS RTOS V2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BDC14044-8CD7-4012-8C56-6D2D1661013D}"/>
                </a:ext>
              </a:extLst>
            </p:cNvPr>
            <p:cNvSpPr txBox="1"/>
            <p:nvPr/>
          </p:nvSpPr>
          <p:spPr>
            <a:xfrm>
              <a:off x="6686572" y="3464437"/>
              <a:ext cx="128874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err="1">
                  <a:latin typeface="黑体" panose="02010609060101010101" pitchFamily="49" charset="-122"/>
                  <a:ea typeface="黑体" panose="02010609060101010101" pitchFamily="49" charset="-122"/>
                </a:rPr>
                <a:t>FreeRTOS</a:t>
              </a:r>
              <a:endParaRPr lang="zh-CN" altLang="en-US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  <p:cxnSp>
        <p:nvCxnSpPr>
          <p:cNvPr id="47" name="直接箭头连接符 46">
            <a:extLst>
              <a:ext uri="{FF2B5EF4-FFF2-40B4-BE49-F238E27FC236}">
                <a16:creationId xmlns:a16="http://schemas.microsoft.com/office/drawing/2014/main" id="{F3A65A67-B8FE-42B2-83DD-55140707A9EE}"/>
              </a:ext>
            </a:extLst>
          </p:cNvPr>
          <p:cNvCxnSpPr>
            <a:stCxn id="31" idx="3"/>
            <a:endCxn id="20" idx="1"/>
          </p:cNvCxnSpPr>
          <p:nvPr/>
        </p:nvCxnSpPr>
        <p:spPr>
          <a:xfrm>
            <a:off x="5313218" y="3102954"/>
            <a:ext cx="78278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62758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153</Words>
  <Application>Microsoft Office PowerPoint</Application>
  <PresentationFormat>宽屏</PresentationFormat>
  <Paragraphs>121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等线</vt:lpstr>
      <vt:lpstr>等线 Light</vt:lpstr>
      <vt:lpstr>黑体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slhuan</dc:creator>
  <cp:lastModifiedBy>slhuan</cp:lastModifiedBy>
  <cp:revision>15</cp:revision>
  <dcterms:created xsi:type="dcterms:W3CDTF">2021-11-16T08:51:12Z</dcterms:created>
  <dcterms:modified xsi:type="dcterms:W3CDTF">2021-11-16T14:57:45Z</dcterms:modified>
</cp:coreProperties>
</file>